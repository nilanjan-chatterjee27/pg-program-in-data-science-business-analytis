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4DD8F-ECDF-48B0-AAF2-36FD5BE51CDC}" v="21" dt="2024-12-06T05:21:34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anjan Chatterjee" userId="d5c16d298142eddc" providerId="LiveId" clId="{7A9EF332-36FA-4B45-B5FD-3E20ACABBD30}"/>
    <pc:docChg chg="modSld">
      <pc:chgData name="Nilanjan Chatterjee" userId="d5c16d298142eddc" providerId="LiveId" clId="{7A9EF332-36FA-4B45-B5FD-3E20ACABBD30}" dt="2024-12-06T05:39:43.600" v="57" actId="12"/>
      <pc:docMkLst>
        <pc:docMk/>
      </pc:docMkLst>
      <pc:sldChg chg="modSp mod">
        <pc:chgData name="Nilanjan Chatterjee" userId="d5c16d298142eddc" providerId="LiveId" clId="{7A9EF332-36FA-4B45-B5FD-3E20ACABBD30}" dt="2024-12-06T05:39:43.600" v="57" actId="12"/>
        <pc:sldMkLst>
          <pc:docMk/>
          <pc:sldMk cId="1806948254" sldId="263"/>
        </pc:sldMkLst>
        <pc:spChg chg="mod">
          <ac:chgData name="Nilanjan Chatterjee" userId="d5c16d298142eddc" providerId="LiveId" clId="{7A9EF332-36FA-4B45-B5FD-3E20ACABBD30}" dt="2024-12-06T05:39:43.600" v="57" actId="12"/>
          <ac:spMkLst>
            <pc:docMk/>
            <pc:sldMk cId="1806948254" sldId="263"/>
            <ac:spMk id="6" creationId="{AF5B01D7-DCFE-EE75-CC13-36A361809A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7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3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0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9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2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0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4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8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5361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78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54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07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96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42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30B94-193D-33CE-F363-DAB774270BC6}"/>
              </a:ext>
            </a:extLst>
          </p:cNvPr>
          <p:cNvSpPr txBox="1"/>
          <p:nvPr/>
        </p:nvSpPr>
        <p:spPr>
          <a:xfrm>
            <a:off x="948690" y="748022"/>
            <a:ext cx="80512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HEALTHCARE CAPSTONE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B01D7-DCFE-EE75-CC13-36A361809AC3}"/>
              </a:ext>
            </a:extLst>
          </p:cNvPr>
          <p:cNvSpPr txBox="1"/>
          <p:nvPr/>
        </p:nvSpPr>
        <p:spPr>
          <a:xfrm>
            <a:off x="948690" y="2167128"/>
            <a:ext cx="81953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Business Problem Understanding (Explanation)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Business Problem Understanding (PPT)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Approach Used &amp; Why (Explanation)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Approach Used &amp; Why (PPT)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Insights &amp; Recommendation (Explanation)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Insights &amp; Recommendation (Explanation)(Continue)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Insights &amp; Recommendations (ppt)</a:t>
            </a:r>
            <a:endParaRPr lang="en-IN" sz="2400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48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Problem Understanding (Explanation)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Problem Statement: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Escalating healthcare expenses demand precise insurance cost modeling to ensure equitable pricing and effective risk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Need for Study: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individuals and insurers by providing equitable premium rates, ensuring financial security.</a:t>
            </a:r>
          </a:p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Business Opportunity: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risk-based premiums to foster accessible healthcare and support healthier lifestyles.</a:t>
            </a:r>
          </a:p>
          <a:p>
            <a:pPr marL="0" indent="0"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Problem Understanding (ppt)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 insurance costs using health, demographic, and lifestyle data to promote fairness in premium allocation and ensure long-term financial sustainability. This approach helps create equitable pricing structures by considering individual risk factors, fostering transparency, and encouraging healthier behaviors among policyholders.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Modeling Approach Used &amp; Why (Explanation)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Y(Target Variable):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Insurance_Cost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Approaches Considered: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*Linear Regression, Decision Tree, and Random Forest models.</a:t>
            </a:r>
          </a:p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Chosen Model: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Random Forest due to its high accuracy (R² ~ 0.96) and ability to handle complex patterns.</a:t>
            </a:r>
          </a:p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Key Factors: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Importance of health metrics, lifestyle choices, and past diseases in determining costs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Modeling Approach Used &amp; Why (ppt)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Model Selection: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- offers the optimal balance between accuracy and interpretability.</a:t>
            </a:r>
          </a:p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Metrics: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 MAE: 2333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- MSE: 8574105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R²: 0.96 (Tuned Random Forest)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Insights &amp; Recommendations (Explanation)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•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 Weight, BMI, and age are major cost determinants.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 Smoking and exercise significantly influence insurance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	 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costs.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- Location and occupation have minimal impact.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 Random Forest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gives the best predictions with 	  minimal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but struggles with 	  complex data. </a:t>
            </a:r>
          </a:p>
          <a:p>
            <a:pPr marL="0" indent="0">
              <a:lnSpc>
                <a:spcPct val="100000"/>
              </a:lnSpc>
              <a:buNone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E7E1-90B7-A6A6-7016-C2340059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Insights &amp; Recommendations (Explanation)(Continue)</a:t>
            </a:r>
            <a:endParaRPr lang="en-IN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9C93C-A6A2-394B-C62D-5B8B65B42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• Recommendations: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-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weight loss, exercise, and quit-smoking 	  initiatives to lower premiums and improve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custom premiums based on health metrics to  	  motivate healthier lifestyles.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discounts for tracking and improving BMI, 	  steps, and activity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	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the Tuned Random Forest model for fair and 	  accurate premium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Focus on smokers or inactive individuals with tailored 	  plans to reduce claims.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 Educate customers on how lifestyle choices affect  	  premiums to promote better decisions.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82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Insights &amp; Recommendations (ppt)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• Actions: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Promote wellness programs.</a:t>
            </a:r>
          </a:p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Adjust premiums based on health metrics to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	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encourage healthier behavior.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90</TotalTime>
  <Words>510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Tw Cen MT</vt:lpstr>
      <vt:lpstr>Verdana</vt:lpstr>
      <vt:lpstr>Wingdings</vt:lpstr>
      <vt:lpstr>Circuit</vt:lpstr>
      <vt:lpstr>PowerPoint Presentation</vt:lpstr>
      <vt:lpstr>Business Problem Understanding (Explanation)</vt:lpstr>
      <vt:lpstr>Business Problem Understanding (ppt)</vt:lpstr>
      <vt:lpstr>Modeling Approach Used &amp; Why (Explanation)</vt:lpstr>
      <vt:lpstr>Modeling Approach Used &amp; Why (ppt)</vt:lpstr>
      <vt:lpstr>Insights &amp; Recommendations (Explanation)</vt:lpstr>
      <vt:lpstr>Insights &amp; Recommendations (Explanation)(Continue)</vt:lpstr>
      <vt:lpstr>Insights &amp; Recommendations (ppt)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Nilanjan Chatterjee</dc:creator>
  <cp:keywords/>
  <dc:description>generated using python-pptx</dc:description>
  <cp:lastModifiedBy>Nilanjan Chatterjee</cp:lastModifiedBy>
  <cp:revision>3</cp:revision>
  <dcterms:created xsi:type="dcterms:W3CDTF">2013-01-27T09:14:16Z</dcterms:created>
  <dcterms:modified xsi:type="dcterms:W3CDTF">2024-12-06T05:39:54Z</dcterms:modified>
  <cp:category/>
</cp:coreProperties>
</file>